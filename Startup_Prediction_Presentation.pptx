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Log. Regression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55.61</c:v>
                </c:pt>
                <c:pt idx="1">
                  <c:v>76.58</c:v>
                </c:pt>
                <c:pt idx="2">
                  <c:v>76.02</c:v>
                </c:pt>
                <c:pt idx="3">
                  <c:v>75.87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Log. Regression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72.2</c:v>
                </c:pt>
                <c:pt idx="2">
                  <c:v>71.45</c:v>
                </c:pt>
                <c:pt idx="3">
                  <c:v>71.55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Log. Regression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</c:v>
                </c:pt>
                <c:pt idx="1">
                  <c:v>84.06</c:v>
                </c:pt>
                <c:pt idx="2">
                  <c:v>83.58</c:v>
                </c:pt>
                <c:pt idx="3">
                  <c:v>83.4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1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Startup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with Machine Learning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project — predicting whether a startup will succeed or fail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 Project  •  100,000 Startup Dataset  •  3 ML Models  •  Web App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82296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Python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08760" y="4160520"/>
            <a:ext cx="13716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4160520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XGBoost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69080" y="4160520"/>
            <a:ext cx="73152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4160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Flask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4160520"/>
            <a:ext cx="82296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Optuna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76756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76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" cy="2926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startups fail.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founders, and accelerators all face the same question: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this startup succeed?"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gives us a data-driven answer — replacing gut feeling with a model trained on 100,000 real-world startup outcomes.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0" y="1325880"/>
            <a:ext cx="3566160" cy="8686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32588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66360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startups fail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350008"/>
            <a:ext cx="3566160" cy="8686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350008"/>
            <a:ext cx="64008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6636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failed startups yearly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374136"/>
            <a:ext cx="3566160" cy="8686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374136"/>
            <a:ext cx="6400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4198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66360" y="3813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with data-driven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76756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76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THE 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Outcome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100,000 startup records, no missing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2024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8608" y="1508760"/>
            <a:ext cx="192024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78608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 + 3 categorical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508760"/>
            <a:ext cx="192024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00016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SaaS, Health, Fintech...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21424" y="1508760"/>
            <a:ext cx="192024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21424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12864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· Acquisition · Failure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4023360" cy="17373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(0-8)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experience (yrs)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($B)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traction (users)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($M)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200400"/>
            <a:ext cx="4023360" cy="17373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566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type (tier1/tier2/angel/none)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(AI, SaaS, Fintech...)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background (serial/bigtech/academic/first-time)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02536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DATA EXPLORATION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4581144" cy="30175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FAILURE  55.6%  (55,610 startups)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572768"/>
            <a:ext cx="3648456" cy="30175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5727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SUCCESS  44.4%  (44,390 startups)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023360" cy="11887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6243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 is the single strongest predictor — far above all other features. More revenue = dramatically higher success probability.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4023360" cy="11887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240280"/>
            <a:ext cx="64008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Matter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6243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funding round significantly increases success odds. Tier 1 VC backing shows a strong positive signal.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023360" cy="11887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11880"/>
            <a:ext cx="64008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Experience Helps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95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 and serial founders outperform first-timers. Ex-BigTech founders show above-average success rates.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4023360" cy="11887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611880"/>
            <a:ext cx="64008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is Irrelevant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995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sectors (AI, SaaS, Fintech, Health, Crypto, Climate, Ecommerce) are nearly uniformly distributed — sector adds almost no predictive signal.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81912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OUR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as Binary Classification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3 Outcomes  →  Binary 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645920" cy="50292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IPO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2,055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645920" cy="50292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Acquisition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42,335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1645920" cy="5029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55,610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801368"/>
            <a:ext cx="457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0" y="1645920"/>
            <a:ext cx="1645920" cy="502920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SUCCESS =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FAILURE =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1508760" cy="23774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8408" y="263347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Stratified, seed=42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21408" y="2514600"/>
            <a:ext cx="1508760" cy="23774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42616" y="2633472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12848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12848" y="35204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(numeric)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(categorical)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85616" y="2514600"/>
            <a:ext cx="1508760" cy="23774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06824" y="263347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77056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77056" y="35204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 algorithms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same train set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9824" y="2514600"/>
            <a:ext cx="1508760" cy="23774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71032" y="2633472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103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41264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41264" y="35204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StratifiedKFold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seed=42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14032" y="2514600"/>
            <a:ext cx="1508760" cy="23774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35240" y="263347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05472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05472" y="35204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held-out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46451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(always predict majority class):  55.61% accuracy  —  any real model must beat this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THE 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Compared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365760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straight line (decision boundary) that separates successes from failures in feature space.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fast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interpretable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linear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4315968"/>
            <a:ext cx="2331720" cy="411480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patterns, clear feature relationships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73552" y="1234440"/>
            <a:ext cx="2606040" cy="365760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234440"/>
            <a:ext cx="26060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10712" y="2057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300 decision trees on random subsets of data &amp; features, then takes a majority vote across all trees.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0712" y="3246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10712" y="4315968"/>
            <a:ext cx="2331720" cy="411480"/>
          </a:xfrm>
          <a:prstGeom prst="rect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data, complex interactions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9904" y="1234440"/>
            <a:ext cx="2606040" cy="365760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34440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27064" y="2057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27064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new tree fixes the errors of all previous ones, using gradient descent.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3246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34747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natively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tunable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most tabular competitions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27064" y="4315968"/>
            <a:ext cx="2331720" cy="411480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non-linear patterns, messy 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56132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6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Test Set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066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210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508760"/>
            <a:ext cx="2926080" cy="5029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1508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55.61%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1508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075688"/>
            <a:ext cx="2926080" cy="502920"/>
          </a:xfrm>
          <a:prstGeom prst="rect">
            <a:avLst/>
          </a:prstGeom>
          <a:solidFill>
            <a:srgbClr val="1A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2075688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075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20756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76.58%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0" y="20756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642616"/>
            <a:ext cx="2926080" cy="5029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26426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26426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76.02%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26426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83.58%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3209544"/>
            <a:ext cx="2926080" cy="5029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53328" y="32095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06640" y="32095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75.87%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32095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83.40%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4297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 percentage points over baseline  |  All models similar — data has a clear ceiling at ~84% AUC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45720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scores (5-fold) matched test scores closely — no overfitting detected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97380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9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V2 IMPROVEMENTS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Do Better?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44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Burn Rate → runway ratio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per employee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 on skewed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experience × funding rounds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587752"/>
            <a:ext cx="3749040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87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improvement — original features already capture the signal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023360" cy="16916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40233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44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(Optuna)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50→20 Bayesian trials per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tuned C regularization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depth, estimators, features, leaf size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lr, depth, subsample, regularization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2587752"/>
            <a:ext cx="3749040" cy="256032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587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Minimal gain — defaults were already near-optimal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40233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 + XGBoost as base models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as meta-model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internal cross-validation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462272"/>
            <a:ext cx="3749040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62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Tied with plain LR — all models learned the same patterns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4023360" cy="16916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threshold: 0.50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threshold: 0.38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Maximised F1 using precision-recall curve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4462272"/>
            <a:ext cx="3749040" cy="25603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462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F1: 0.72 → 0.74 (trades accuracy for recall)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76756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76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KEY INSIGHT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Simplest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Win?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in this dataset are predominantly LINEAR.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revenue → more likely success.  More funding rounds → more likely success.  More experience → more likely success. There are no complex hidden interactions for tree models to discover — Logistic Regression finds the same straight-line decision boundary, faster and with fewer parameters.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2606040" cy="17373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27248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&gt;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93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ceiling (~84% AUC) comes from the data. No model can extract signal that doesn't exist in the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3552" y="3127248"/>
            <a:ext cx="2606040" cy="17373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3127248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Wins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0712" y="3593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problem is linear, complex models waste capacity. The right model is the simplest one that works.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3127248"/>
            <a:ext cx="2606040" cy="17373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3127248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7064" y="3593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scores matched test scores across all models. The +21pp gap over baseline is real signal, not memorisation.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12848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FEATURE IMPORTANCE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Predictions?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289304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289304"/>
            <a:ext cx="502920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234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864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641348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41348"/>
            <a:ext cx="3520440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5864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Experience (yrs)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1993392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993392"/>
            <a:ext cx="2916936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938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2905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Traction (users)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2345436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345436"/>
            <a:ext cx="2665476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905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642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2697480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697480"/>
            <a:ext cx="1408176" cy="182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6426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9946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Fintech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3049524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049524"/>
            <a:ext cx="226314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9946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Serial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0" y="3401568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401568"/>
            <a:ext cx="181051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3467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6987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Climate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0" y="3753612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3753612"/>
            <a:ext cx="170993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36987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050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First-time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74720" y="4105656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4105656"/>
            <a:ext cx="155905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40507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4028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Investor: None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74720" y="4457700"/>
            <a:ext cx="5029200" cy="18288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4457700"/>
            <a:ext cx="110642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44028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736592"/>
            <a:ext cx="8229600" cy="246888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4754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dominate. Categorical features (sector, investor, background) contribute almost nothing individually.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40664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Web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49040" cy="365760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719072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save_model.py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&amp; saves the full sklearn pipeline (preprocessor + LR) to startup_model.pkl using joblib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2724912"/>
            <a:ext cx="329184" cy="329184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(app.py)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999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.pkl once on startup. Receives JSON from browser, runs pipeline.predict_proba(), returns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730752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005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form with quick-fill presets, sends fetch() POST, animates probability bars on result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4206240" cy="365760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234440"/>
            <a:ext cx="42062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Success Predictor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92024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9659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82312" y="21031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192024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19659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experience (yrs)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93992" y="21031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42316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4688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82312" y="2606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20840" y="242316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24688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93992" y="2606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9718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type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82312" y="31089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0840" y="2926080"/>
            <a:ext cx="1828800" cy="384048"/>
          </a:xfrm>
          <a:prstGeom prst="rect">
            <a:avLst/>
          </a:prstGeom>
          <a:solidFill>
            <a:srgbClr val="0F111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3992" y="29718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93992" y="31089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456432"/>
            <a:ext cx="3931920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456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Outcome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931920"/>
            <a:ext cx="3931920" cy="749808"/>
          </a:xfrm>
          <a:prstGeom prst="rect">
            <a:avLst/>
          </a:prstGeom>
          <a:solidFill>
            <a:srgbClr val="0D2A1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Succeed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09160" y="4297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96.7%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956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webapp/app.py  →  open http://127.0.0.1:5000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256032"/>
          </a:xfrm>
          <a:prstGeom prst="rect">
            <a:avLst>
              <a:gd name="adj" fmla="val 14286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64008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 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3-class to binary (Success vs Failure) made the task tractable and meaningful for real-world use.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280160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80160"/>
            <a:ext cx="64008" cy="1051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67528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67528" y="16642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baseline (55.6%), you can't tell if your model is actually useful. Every ML project needs 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87168"/>
            <a:ext cx="64008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871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that revenue dominates all other features — knowing this upfront would have saved tuning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2487168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2487168"/>
            <a:ext cx="64008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67528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is often better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7528" y="2871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beat RF and XGBoost. Complex models aren't always the answer — match the model to the data.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94176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94176"/>
            <a:ext cx="64008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673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5156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prevents overconfidence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40782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confirmed results were real and not lucky splits. Always validate before trusting a model.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3694176"/>
            <a:ext cx="397764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694176"/>
            <a:ext cx="64008" cy="1051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7673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67528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the real ceiling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67528" y="40782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tuning or ensembling beat ~84% AUC. Better features (market timing, team quality) would matter more.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 accuracy  •  84.1% ROC AUC  •  +21pp over baseline  •  Python / scikit-learn / Flask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Startup Success with ML</dc:title>
  <dc:subject>PptxGenJS Presentation</dc:subject>
  <dc:creator>PptxGenJS</dc:creator>
  <cp:lastModifiedBy>PptxGenJS</cp:lastModifiedBy>
  <cp:revision>1</cp:revision>
  <dcterms:created xsi:type="dcterms:W3CDTF">2026-03-28T20:34:52Z</dcterms:created>
  <dcterms:modified xsi:type="dcterms:W3CDTF">2026-03-28T20:34:52Z</dcterms:modified>
</cp:coreProperties>
</file>